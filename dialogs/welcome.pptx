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3"/>
  </p:notesMasterIdLst>
  <p:sldIdLst>
    <p:sldId id="256" r:id="rId2"/>
  </p:sldIdLst>
  <p:sldSz cx="2743200" cy="27432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7"/>
    <p:restoredTop sz="94643"/>
  </p:normalViewPr>
  <p:slideViewPr>
    <p:cSldViewPr snapToGrid="0">
      <p:cViewPr varScale="1">
        <p:scale>
          <a:sx n="287" d="100"/>
          <a:sy n="287" d="100"/>
        </p:scale>
        <p:origin x="2608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6D5B9D1-948E-AD4D-BDBC-17F174C06249}" type="datetimeFigureOut">
              <a:rPr lang="en-US" smtClean="0"/>
              <a:t>11/15/24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885950" y="1143000"/>
            <a:ext cx="30861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082F8BE-35B3-6740-B81E-39D7F9C96E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6405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2F8BE-35B3-6740-B81E-39D7F9C96EC4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70082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05740" y="448945"/>
            <a:ext cx="2331720" cy="955040"/>
          </a:xfrm>
        </p:spPr>
        <p:txBody>
          <a:bodyPr anchor="b"/>
          <a:lstStyle>
            <a:lvl1pPr algn="ctr">
              <a:defRPr sz="1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42900" y="1440815"/>
            <a:ext cx="2057400" cy="662305"/>
          </a:xfrm>
        </p:spPr>
        <p:txBody>
          <a:bodyPr/>
          <a:lstStyle>
            <a:lvl1pPr marL="0" indent="0" algn="ctr">
              <a:buNone/>
              <a:defRPr sz="720"/>
            </a:lvl1pPr>
            <a:lvl2pPr marL="137160" indent="0" algn="ctr">
              <a:buNone/>
              <a:defRPr sz="600"/>
            </a:lvl2pPr>
            <a:lvl3pPr marL="274320" indent="0" algn="ctr">
              <a:buNone/>
              <a:defRPr sz="540"/>
            </a:lvl3pPr>
            <a:lvl4pPr marL="411480" indent="0" algn="ctr">
              <a:buNone/>
              <a:defRPr sz="480"/>
            </a:lvl4pPr>
            <a:lvl5pPr marL="548640" indent="0" algn="ctr">
              <a:buNone/>
              <a:defRPr sz="480"/>
            </a:lvl5pPr>
            <a:lvl6pPr marL="685800" indent="0" algn="ctr">
              <a:buNone/>
              <a:defRPr sz="480"/>
            </a:lvl6pPr>
            <a:lvl7pPr marL="822960" indent="0" algn="ctr">
              <a:buNone/>
              <a:defRPr sz="480"/>
            </a:lvl7pPr>
            <a:lvl8pPr marL="960120" indent="0" algn="ctr">
              <a:buNone/>
              <a:defRPr sz="480"/>
            </a:lvl8pPr>
            <a:lvl9pPr marL="1097280" indent="0" algn="ctr">
              <a:buNone/>
              <a:defRPr sz="48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B47DE5-F208-9743-8BF0-EC9549626EF7}" type="datetimeFigureOut">
              <a:rPr lang="en-US" smtClean="0"/>
              <a:t>11/15/24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4A2E0E-63B5-5C46-A628-DA18F56FFA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99804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B47DE5-F208-9743-8BF0-EC9549626EF7}" type="datetimeFigureOut">
              <a:rPr lang="en-US" smtClean="0"/>
              <a:t>11/15/24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4A2E0E-63B5-5C46-A628-DA18F56FFA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10266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7166" y="683896"/>
            <a:ext cx="2366010" cy="1141095"/>
          </a:xfrm>
        </p:spPr>
        <p:txBody>
          <a:bodyPr anchor="b"/>
          <a:lstStyle>
            <a:lvl1pPr>
              <a:defRPr sz="1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87166" y="1835786"/>
            <a:ext cx="2366010" cy="600075"/>
          </a:xfrm>
        </p:spPr>
        <p:txBody>
          <a:bodyPr/>
          <a:lstStyle>
            <a:lvl1pPr marL="0" indent="0">
              <a:buNone/>
              <a:defRPr sz="720">
                <a:solidFill>
                  <a:schemeClr val="tx1"/>
                </a:solidFill>
              </a:defRPr>
            </a:lvl1pPr>
            <a:lvl2pPr marL="137160" indent="0">
              <a:buNone/>
              <a:defRPr sz="600">
                <a:solidFill>
                  <a:schemeClr val="tx1">
                    <a:tint val="75000"/>
                  </a:schemeClr>
                </a:solidFill>
              </a:defRPr>
            </a:lvl2pPr>
            <a:lvl3pPr marL="274320" indent="0">
              <a:buNone/>
              <a:defRPr sz="540">
                <a:solidFill>
                  <a:schemeClr val="tx1">
                    <a:tint val="75000"/>
                  </a:schemeClr>
                </a:solidFill>
              </a:defRPr>
            </a:lvl3pPr>
            <a:lvl4pPr marL="411480" indent="0">
              <a:buNone/>
              <a:defRPr sz="480">
                <a:solidFill>
                  <a:schemeClr val="tx1">
                    <a:tint val="75000"/>
                  </a:schemeClr>
                </a:solidFill>
              </a:defRPr>
            </a:lvl4pPr>
            <a:lvl5pPr marL="548640" indent="0">
              <a:buNone/>
              <a:defRPr sz="480">
                <a:solidFill>
                  <a:schemeClr val="tx1">
                    <a:tint val="75000"/>
                  </a:schemeClr>
                </a:solidFill>
              </a:defRPr>
            </a:lvl5pPr>
            <a:lvl6pPr marL="685800" indent="0">
              <a:buNone/>
              <a:defRPr sz="480">
                <a:solidFill>
                  <a:schemeClr val="tx1">
                    <a:tint val="75000"/>
                  </a:schemeClr>
                </a:solidFill>
              </a:defRPr>
            </a:lvl6pPr>
            <a:lvl7pPr marL="822960" indent="0">
              <a:buNone/>
              <a:defRPr sz="480">
                <a:solidFill>
                  <a:schemeClr val="tx1">
                    <a:tint val="75000"/>
                  </a:schemeClr>
                </a:solidFill>
              </a:defRPr>
            </a:lvl7pPr>
            <a:lvl8pPr marL="960120" indent="0">
              <a:buNone/>
              <a:defRPr sz="480">
                <a:solidFill>
                  <a:schemeClr val="tx1">
                    <a:tint val="75000"/>
                  </a:schemeClr>
                </a:solidFill>
              </a:defRPr>
            </a:lvl8pPr>
            <a:lvl9pPr marL="1097280" indent="0">
              <a:buNone/>
              <a:defRPr sz="4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B47DE5-F208-9743-8BF0-EC9549626EF7}" type="datetimeFigureOut">
              <a:rPr lang="en-US" smtClean="0"/>
              <a:t>11/15/24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4A2E0E-63B5-5C46-A628-DA18F56FFA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15446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88595" y="730250"/>
            <a:ext cx="1165860" cy="174053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88745" y="730250"/>
            <a:ext cx="1165860" cy="174053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B47DE5-F208-9743-8BF0-EC9549626EF7}" type="datetimeFigureOut">
              <a:rPr lang="en-US" smtClean="0"/>
              <a:t>11/15/24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4A2E0E-63B5-5C46-A628-DA18F56FFA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48274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8952" y="146051"/>
            <a:ext cx="2366010" cy="5302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88953" y="672465"/>
            <a:ext cx="1160502" cy="329565"/>
          </a:xfrm>
        </p:spPr>
        <p:txBody>
          <a:bodyPr anchor="b"/>
          <a:lstStyle>
            <a:lvl1pPr marL="0" indent="0">
              <a:buNone/>
              <a:defRPr sz="720" b="1"/>
            </a:lvl1pPr>
            <a:lvl2pPr marL="137160" indent="0">
              <a:buNone/>
              <a:defRPr sz="600" b="1"/>
            </a:lvl2pPr>
            <a:lvl3pPr marL="274320" indent="0">
              <a:buNone/>
              <a:defRPr sz="540" b="1"/>
            </a:lvl3pPr>
            <a:lvl4pPr marL="411480" indent="0">
              <a:buNone/>
              <a:defRPr sz="480" b="1"/>
            </a:lvl4pPr>
            <a:lvl5pPr marL="548640" indent="0">
              <a:buNone/>
              <a:defRPr sz="480" b="1"/>
            </a:lvl5pPr>
            <a:lvl6pPr marL="685800" indent="0">
              <a:buNone/>
              <a:defRPr sz="480" b="1"/>
            </a:lvl6pPr>
            <a:lvl7pPr marL="822960" indent="0">
              <a:buNone/>
              <a:defRPr sz="480" b="1"/>
            </a:lvl7pPr>
            <a:lvl8pPr marL="960120" indent="0">
              <a:buNone/>
              <a:defRPr sz="480" b="1"/>
            </a:lvl8pPr>
            <a:lvl9pPr marL="1097280" indent="0">
              <a:buNone/>
              <a:defRPr sz="48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88953" y="1002030"/>
            <a:ext cx="1160502" cy="147383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388745" y="672465"/>
            <a:ext cx="1166217" cy="329565"/>
          </a:xfrm>
        </p:spPr>
        <p:txBody>
          <a:bodyPr anchor="b"/>
          <a:lstStyle>
            <a:lvl1pPr marL="0" indent="0">
              <a:buNone/>
              <a:defRPr sz="720" b="1"/>
            </a:lvl1pPr>
            <a:lvl2pPr marL="137160" indent="0">
              <a:buNone/>
              <a:defRPr sz="600" b="1"/>
            </a:lvl2pPr>
            <a:lvl3pPr marL="274320" indent="0">
              <a:buNone/>
              <a:defRPr sz="540" b="1"/>
            </a:lvl3pPr>
            <a:lvl4pPr marL="411480" indent="0">
              <a:buNone/>
              <a:defRPr sz="480" b="1"/>
            </a:lvl4pPr>
            <a:lvl5pPr marL="548640" indent="0">
              <a:buNone/>
              <a:defRPr sz="480" b="1"/>
            </a:lvl5pPr>
            <a:lvl6pPr marL="685800" indent="0">
              <a:buNone/>
              <a:defRPr sz="480" b="1"/>
            </a:lvl6pPr>
            <a:lvl7pPr marL="822960" indent="0">
              <a:buNone/>
              <a:defRPr sz="480" b="1"/>
            </a:lvl7pPr>
            <a:lvl8pPr marL="960120" indent="0">
              <a:buNone/>
              <a:defRPr sz="480" b="1"/>
            </a:lvl8pPr>
            <a:lvl9pPr marL="1097280" indent="0">
              <a:buNone/>
              <a:defRPr sz="48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388745" y="1002030"/>
            <a:ext cx="1166217" cy="147383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B47DE5-F208-9743-8BF0-EC9549626EF7}" type="datetimeFigureOut">
              <a:rPr lang="en-US" smtClean="0"/>
              <a:t>11/15/24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4A2E0E-63B5-5C46-A628-DA18F56FFA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30529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B47DE5-F208-9743-8BF0-EC9549626EF7}" type="datetimeFigureOut">
              <a:rPr lang="en-US" smtClean="0"/>
              <a:t>11/15/24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4A2E0E-63B5-5C46-A628-DA18F56FFA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60565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B47DE5-F208-9743-8BF0-EC9549626EF7}" type="datetimeFigureOut">
              <a:rPr lang="en-US" smtClean="0"/>
              <a:t>11/15/24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4A2E0E-63B5-5C46-A628-DA18F56FFA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20740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8953" y="182880"/>
            <a:ext cx="884753" cy="640080"/>
          </a:xfrm>
        </p:spPr>
        <p:txBody>
          <a:bodyPr anchor="b"/>
          <a:lstStyle>
            <a:lvl1pPr>
              <a:defRPr sz="96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66217" y="394971"/>
            <a:ext cx="1388745" cy="1949450"/>
          </a:xfrm>
        </p:spPr>
        <p:txBody>
          <a:bodyPr/>
          <a:lstStyle>
            <a:lvl1pPr>
              <a:defRPr sz="960"/>
            </a:lvl1pPr>
            <a:lvl2pPr>
              <a:defRPr sz="840"/>
            </a:lvl2pPr>
            <a:lvl3pPr>
              <a:defRPr sz="720"/>
            </a:lvl3pPr>
            <a:lvl4pPr>
              <a:defRPr sz="600"/>
            </a:lvl4pPr>
            <a:lvl5pPr>
              <a:defRPr sz="600"/>
            </a:lvl5pPr>
            <a:lvl6pPr>
              <a:defRPr sz="600"/>
            </a:lvl6pPr>
            <a:lvl7pPr>
              <a:defRPr sz="600"/>
            </a:lvl7pPr>
            <a:lvl8pPr>
              <a:defRPr sz="600"/>
            </a:lvl8pPr>
            <a:lvl9pPr>
              <a:defRPr sz="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88953" y="822960"/>
            <a:ext cx="884753" cy="1524635"/>
          </a:xfrm>
        </p:spPr>
        <p:txBody>
          <a:bodyPr/>
          <a:lstStyle>
            <a:lvl1pPr marL="0" indent="0">
              <a:buNone/>
              <a:defRPr sz="480"/>
            </a:lvl1pPr>
            <a:lvl2pPr marL="137160" indent="0">
              <a:buNone/>
              <a:defRPr sz="420"/>
            </a:lvl2pPr>
            <a:lvl3pPr marL="274320" indent="0">
              <a:buNone/>
              <a:defRPr sz="360"/>
            </a:lvl3pPr>
            <a:lvl4pPr marL="411480" indent="0">
              <a:buNone/>
              <a:defRPr sz="300"/>
            </a:lvl4pPr>
            <a:lvl5pPr marL="548640" indent="0">
              <a:buNone/>
              <a:defRPr sz="300"/>
            </a:lvl5pPr>
            <a:lvl6pPr marL="685800" indent="0">
              <a:buNone/>
              <a:defRPr sz="300"/>
            </a:lvl6pPr>
            <a:lvl7pPr marL="822960" indent="0">
              <a:buNone/>
              <a:defRPr sz="300"/>
            </a:lvl7pPr>
            <a:lvl8pPr marL="960120" indent="0">
              <a:buNone/>
              <a:defRPr sz="300"/>
            </a:lvl8pPr>
            <a:lvl9pPr marL="1097280" indent="0">
              <a:buNone/>
              <a:defRPr sz="3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B47DE5-F208-9743-8BF0-EC9549626EF7}" type="datetimeFigureOut">
              <a:rPr lang="en-US" smtClean="0"/>
              <a:t>11/15/24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4A2E0E-63B5-5C46-A628-DA18F56FFA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21169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8953" y="182880"/>
            <a:ext cx="884753" cy="640080"/>
          </a:xfrm>
        </p:spPr>
        <p:txBody>
          <a:bodyPr anchor="b"/>
          <a:lstStyle>
            <a:lvl1pPr>
              <a:defRPr sz="96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6217" y="394971"/>
            <a:ext cx="1388745" cy="1949450"/>
          </a:xfrm>
        </p:spPr>
        <p:txBody>
          <a:bodyPr anchor="t"/>
          <a:lstStyle>
            <a:lvl1pPr marL="0" indent="0">
              <a:buNone/>
              <a:defRPr sz="960"/>
            </a:lvl1pPr>
            <a:lvl2pPr marL="137160" indent="0">
              <a:buNone/>
              <a:defRPr sz="840"/>
            </a:lvl2pPr>
            <a:lvl3pPr marL="274320" indent="0">
              <a:buNone/>
              <a:defRPr sz="720"/>
            </a:lvl3pPr>
            <a:lvl4pPr marL="411480" indent="0">
              <a:buNone/>
              <a:defRPr sz="600"/>
            </a:lvl4pPr>
            <a:lvl5pPr marL="548640" indent="0">
              <a:buNone/>
              <a:defRPr sz="600"/>
            </a:lvl5pPr>
            <a:lvl6pPr marL="685800" indent="0">
              <a:buNone/>
              <a:defRPr sz="600"/>
            </a:lvl6pPr>
            <a:lvl7pPr marL="822960" indent="0">
              <a:buNone/>
              <a:defRPr sz="600"/>
            </a:lvl7pPr>
            <a:lvl8pPr marL="960120" indent="0">
              <a:buNone/>
              <a:defRPr sz="600"/>
            </a:lvl8pPr>
            <a:lvl9pPr marL="1097280" indent="0">
              <a:buNone/>
              <a:defRPr sz="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88953" y="822960"/>
            <a:ext cx="884753" cy="1524635"/>
          </a:xfrm>
        </p:spPr>
        <p:txBody>
          <a:bodyPr/>
          <a:lstStyle>
            <a:lvl1pPr marL="0" indent="0">
              <a:buNone/>
              <a:defRPr sz="480"/>
            </a:lvl1pPr>
            <a:lvl2pPr marL="137160" indent="0">
              <a:buNone/>
              <a:defRPr sz="420"/>
            </a:lvl2pPr>
            <a:lvl3pPr marL="274320" indent="0">
              <a:buNone/>
              <a:defRPr sz="360"/>
            </a:lvl3pPr>
            <a:lvl4pPr marL="411480" indent="0">
              <a:buNone/>
              <a:defRPr sz="300"/>
            </a:lvl4pPr>
            <a:lvl5pPr marL="548640" indent="0">
              <a:buNone/>
              <a:defRPr sz="300"/>
            </a:lvl5pPr>
            <a:lvl6pPr marL="685800" indent="0">
              <a:buNone/>
              <a:defRPr sz="300"/>
            </a:lvl6pPr>
            <a:lvl7pPr marL="822960" indent="0">
              <a:buNone/>
              <a:defRPr sz="300"/>
            </a:lvl7pPr>
            <a:lvl8pPr marL="960120" indent="0">
              <a:buNone/>
              <a:defRPr sz="300"/>
            </a:lvl8pPr>
            <a:lvl9pPr marL="1097280" indent="0">
              <a:buNone/>
              <a:defRPr sz="3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B47DE5-F208-9743-8BF0-EC9549626EF7}" type="datetimeFigureOut">
              <a:rPr lang="en-US" smtClean="0"/>
              <a:t>11/15/24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4A2E0E-63B5-5C46-A628-DA18F56FFA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46477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B47DE5-F208-9743-8BF0-EC9549626EF7}" type="datetimeFigureOut">
              <a:rPr lang="en-US" smtClean="0"/>
              <a:t>11/15/24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4A2E0E-63B5-5C46-A628-DA18F56FFA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56003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963102" y="146050"/>
            <a:ext cx="591503" cy="23247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88595" y="146050"/>
            <a:ext cx="1740218" cy="232473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B47DE5-F208-9743-8BF0-EC9549626EF7}" type="datetimeFigureOut">
              <a:rPr lang="en-US" smtClean="0"/>
              <a:t>11/15/24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4A2E0E-63B5-5C46-A628-DA18F56FFA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84765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88595" y="146051"/>
            <a:ext cx="2366010" cy="530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88595" y="730250"/>
            <a:ext cx="2366010" cy="17405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88595" y="2542541"/>
            <a:ext cx="617220" cy="1460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B47DE5-F208-9743-8BF0-EC9549626EF7}" type="datetimeFigureOut">
              <a:rPr lang="en-US" smtClean="0"/>
              <a:t>11/15/24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08685" y="2542541"/>
            <a:ext cx="925830" cy="1460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937385" y="2542541"/>
            <a:ext cx="617220" cy="1460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4A2E0E-63B5-5C46-A628-DA18F56FFA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21592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274320" rtl="0" eaLnBrk="1" latinLnBrk="0" hangingPunct="1">
        <a:lnSpc>
          <a:spcPct val="90000"/>
        </a:lnSpc>
        <a:spcBef>
          <a:spcPct val="0"/>
        </a:spcBef>
        <a:buNone/>
        <a:defRPr sz="132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68580" indent="-68580" algn="l" defTabSz="274320" rtl="0" eaLnBrk="1" latinLnBrk="0" hangingPunct="1">
        <a:lnSpc>
          <a:spcPct val="90000"/>
        </a:lnSpc>
        <a:spcBef>
          <a:spcPts val="300"/>
        </a:spcBef>
        <a:buFont typeface="Arial" panose="020B0604020202020204" pitchFamily="34" charset="0"/>
        <a:buChar char="•"/>
        <a:defRPr sz="840" kern="1200">
          <a:solidFill>
            <a:schemeClr val="tx1"/>
          </a:solidFill>
          <a:latin typeface="+mn-lt"/>
          <a:ea typeface="+mn-ea"/>
          <a:cs typeface="+mn-cs"/>
        </a:defRPr>
      </a:lvl1pPr>
      <a:lvl2pPr marL="205740" indent="-68580" algn="l" defTabSz="274320" rtl="0" eaLnBrk="1" latinLnBrk="0" hangingPunct="1">
        <a:lnSpc>
          <a:spcPct val="90000"/>
        </a:lnSpc>
        <a:spcBef>
          <a:spcPts val="150"/>
        </a:spcBef>
        <a:buFont typeface="Arial" panose="020B0604020202020204" pitchFamily="34" charset="0"/>
        <a:buChar char="•"/>
        <a:defRPr sz="720" kern="1200">
          <a:solidFill>
            <a:schemeClr val="tx1"/>
          </a:solidFill>
          <a:latin typeface="+mn-lt"/>
          <a:ea typeface="+mn-ea"/>
          <a:cs typeface="+mn-cs"/>
        </a:defRPr>
      </a:lvl2pPr>
      <a:lvl3pPr marL="342900" indent="-68580" algn="l" defTabSz="274320" rtl="0" eaLnBrk="1" latinLnBrk="0" hangingPunct="1">
        <a:lnSpc>
          <a:spcPct val="90000"/>
        </a:lnSpc>
        <a:spcBef>
          <a:spcPts val="150"/>
        </a:spcBef>
        <a:buFont typeface="Arial" panose="020B0604020202020204" pitchFamily="34" charset="0"/>
        <a:buChar char="•"/>
        <a:defRPr sz="600" kern="1200">
          <a:solidFill>
            <a:schemeClr val="tx1"/>
          </a:solidFill>
          <a:latin typeface="+mn-lt"/>
          <a:ea typeface="+mn-ea"/>
          <a:cs typeface="+mn-cs"/>
        </a:defRPr>
      </a:lvl3pPr>
      <a:lvl4pPr marL="480060" indent="-68580" algn="l" defTabSz="274320" rtl="0" eaLnBrk="1" latinLnBrk="0" hangingPunct="1">
        <a:lnSpc>
          <a:spcPct val="90000"/>
        </a:lnSpc>
        <a:spcBef>
          <a:spcPts val="150"/>
        </a:spcBef>
        <a:buFont typeface="Arial" panose="020B0604020202020204" pitchFamily="34" charset="0"/>
        <a:buChar char="•"/>
        <a:defRPr sz="540" kern="1200">
          <a:solidFill>
            <a:schemeClr val="tx1"/>
          </a:solidFill>
          <a:latin typeface="+mn-lt"/>
          <a:ea typeface="+mn-ea"/>
          <a:cs typeface="+mn-cs"/>
        </a:defRPr>
      </a:lvl4pPr>
      <a:lvl5pPr marL="617220" indent="-68580" algn="l" defTabSz="274320" rtl="0" eaLnBrk="1" latinLnBrk="0" hangingPunct="1">
        <a:lnSpc>
          <a:spcPct val="90000"/>
        </a:lnSpc>
        <a:spcBef>
          <a:spcPts val="150"/>
        </a:spcBef>
        <a:buFont typeface="Arial" panose="020B0604020202020204" pitchFamily="34" charset="0"/>
        <a:buChar char="•"/>
        <a:defRPr sz="540" kern="1200">
          <a:solidFill>
            <a:schemeClr val="tx1"/>
          </a:solidFill>
          <a:latin typeface="+mn-lt"/>
          <a:ea typeface="+mn-ea"/>
          <a:cs typeface="+mn-cs"/>
        </a:defRPr>
      </a:lvl5pPr>
      <a:lvl6pPr marL="754380" indent="-68580" algn="l" defTabSz="274320" rtl="0" eaLnBrk="1" latinLnBrk="0" hangingPunct="1">
        <a:lnSpc>
          <a:spcPct val="90000"/>
        </a:lnSpc>
        <a:spcBef>
          <a:spcPts val="150"/>
        </a:spcBef>
        <a:buFont typeface="Arial" panose="020B0604020202020204" pitchFamily="34" charset="0"/>
        <a:buChar char="•"/>
        <a:defRPr sz="540" kern="1200">
          <a:solidFill>
            <a:schemeClr val="tx1"/>
          </a:solidFill>
          <a:latin typeface="+mn-lt"/>
          <a:ea typeface="+mn-ea"/>
          <a:cs typeface="+mn-cs"/>
        </a:defRPr>
      </a:lvl6pPr>
      <a:lvl7pPr marL="891540" indent="-68580" algn="l" defTabSz="274320" rtl="0" eaLnBrk="1" latinLnBrk="0" hangingPunct="1">
        <a:lnSpc>
          <a:spcPct val="90000"/>
        </a:lnSpc>
        <a:spcBef>
          <a:spcPts val="150"/>
        </a:spcBef>
        <a:buFont typeface="Arial" panose="020B0604020202020204" pitchFamily="34" charset="0"/>
        <a:buChar char="•"/>
        <a:defRPr sz="540" kern="1200">
          <a:solidFill>
            <a:schemeClr val="tx1"/>
          </a:solidFill>
          <a:latin typeface="+mn-lt"/>
          <a:ea typeface="+mn-ea"/>
          <a:cs typeface="+mn-cs"/>
        </a:defRPr>
      </a:lvl7pPr>
      <a:lvl8pPr marL="1028700" indent="-68580" algn="l" defTabSz="274320" rtl="0" eaLnBrk="1" latinLnBrk="0" hangingPunct="1">
        <a:lnSpc>
          <a:spcPct val="90000"/>
        </a:lnSpc>
        <a:spcBef>
          <a:spcPts val="150"/>
        </a:spcBef>
        <a:buFont typeface="Arial" panose="020B0604020202020204" pitchFamily="34" charset="0"/>
        <a:buChar char="•"/>
        <a:defRPr sz="540" kern="1200">
          <a:solidFill>
            <a:schemeClr val="tx1"/>
          </a:solidFill>
          <a:latin typeface="+mn-lt"/>
          <a:ea typeface="+mn-ea"/>
          <a:cs typeface="+mn-cs"/>
        </a:defRPr>
      </a:lvl8pPr>
      <a:lvl9pPr marL="1165860" indent="-68580" algn="l" defTabSz="274320" rtl="0" eaLnBrk="1" latinLnBrk="0" hangingPunct="1">
        <a:lnSpc>
          <a:spcPct val="90000"/>
        </a:lnSpc>
        <a:spcBef>
          <a:spcPts val="150"/>
        </a:spcBef>
        <a:buFont typeface="Arial" panose="020B0604020202020204" pitchFamily="34" charset="0"/>
        <a:buChar char="•"/>
        <a:defRPr sz="54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74320" rtl="0" eaLnBrk="1" latinLnBrk="0" hangingPunct="1">
        <a:defRPr sz="540" kern="1200">
          <a:solidFill>
            <a:schemeClr val="tx1"/>
          </a:solidFill>
          <a:latin typeface="+mn-lt"/>
          <a:ea typeface="+mn-ea"/>
          <a:cs typeface="+mn-cs"/>
        </a:defRPr>
      </a:lvl1pPr>
      <a:lvl2pPr marL="137160" algn="l" defTabSz="274320" rtl="0" eaLnBrk="1" latinLnBrk="0" hangingPunct="1">
        <a:defRPr sz="540" kern="1200">
          <a:solidFill>
            <a:schemeClr val="tx1"/>
          </a:solidFill>
          <a:latin typeface="+mn-lt"/>
          <a:ea typeface="+mn-ea"/>
          <a:cs typeface="+mn-cs"/>
        </a:defRPr>
      </a:lvl2pPr>
      <a:lvl3pPr marL="274320" algn="l" defTabSz="274320" rtl="0" eaLnBrk="1" latinLnBrk="0" hangingPunct="1">
        <a:defRPr sz="540" kern="1200">
          <a:solidFill>
            <a:schemeClr val="tx1"/>
          </a:solidFill>
          <a:latin typeface="+mn-lt"/>
          <a:ea typeface="+mn-ea"/>
          <a:cs typeface="+mn-cs"/>
        </a:defRPr>
      </a:lvl3pPr>
      <a:lvl4pPr marL="411480" algn="l" defTabSz="274320" rtl="0" eaLnBrk="1" latinLnBrk="0" hangingPunct="1">
        <a:defRPr sz="540" kern="1200">
          <a:solidFill>
            <a:schemeClr val="tx1"/>
          </a:solidFill>
          <a:latin typeface="+mn-lt"/>
          <a:ea typeface="+mn-ea"/>
          <a:cs typeface="+mn-cs"/>
        </a:defRPr>
      </a:lvl4pPr>
      <a:lvl5pPr marL="548640" algn="l" defTabSz="274320" rtl="0" eaLnBrk="1" latinLnBrk="0" hangingPunct="1">
        <a:defRPr sz="540" kern="1200">
          <a:solidFill>
            <a:schemeClr val="tx1"/>
          </a:solidFill>
          <a:latin typeface="+mn-lt"/>
          <a:ea typeface="+mn-ea"/>
          <a:cs typeface="+mn-cs"/>
        </a:defRPr>
      </a:lvl5pPr>
      <a:lvl6pPr marL="685800" algn="l" defTabSz="274320" rtl="0" eaLnBrk="1" latinLnBrk="0" hangingPunct="1">
        <a:defRPr sz="540" kern="1200">
          <a:solidFill>
            <a:schemeClr val="tx1"/>
          </a:solidFill>
          <a:latin typeface="+mn-lt"/>
          <a:ea typeface="+mn-ea"/>
          <a:cs typeface="+mn-cs"/>
        </a:defRPr>
      </a:lvl6pPr>
      <a:lvl7pPr marL="822960" algn="l" defTabSz="274320" rtl="0" eaLnBrk="1" latinLnBrk="0" hangingPunct="1">
        <a:defRPr sz="540" kern="1200">
          <a:solidFill>
            <a:schemeClr val="tx1"/>
          </a:solidFill>
          <a:latin typeface="+mn-lt"/>
          <a:ea typeface="+mn-ea"/>
          <a:cs typeface="+mn-cs"/>
        </a:defRPr>
      </a:lvl7pPr>
      <a:lvl8pPr marL="960120" algn="l" defTabSz="274320" rtl="0" eaLnBrk="1" latinLnBrk="0" hangingPunct="1">
        <a:defRPr sz="540" kern="1200">
          <a:solidFill>
            <a:schemeClr val="tx1"/>
          </a:solidFill>
          <a:latin typeface="+mn-lt"/>
          <a:ea typeface="+mn-ea"/>
          <a:cs typeface="+mn-cs"/>
        </a:defRPr>
      </a:lvl8pPr>
      <a:lvl9pPr marL="1097280" algn="l" defTabSz="274320" rtl="0" eaLnBrk="1" latinLnBrk="0" hangingPunct="1">
        <a:defRPr sz="54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CC8A0BFC-2A02-B8C4-4396-11D0F382120A}"/>
              </a:ext>
            </a:extLst>
          </p:cNvPr>
          <p:cNvGrpSpPr/>
          <p:nvPr/>
        </p:nvGrpSpPr>
        <p:grpSpPr>
          <a:xfrm>
            <a:off x="318329" y="594167"/>
            <a:ext cx="2106541" cy="1554866"/>
            <a:chOff x="520663" y="428263"/>
            <a:chExt cx="2106541" cy="1554866"/>
          </a:xfrm>
        </p:grpSpPr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BD594855-1FAE-23A1-1614-A9D2D48A663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420427" y="768714"/>
              <a:ext cx="1206777" cy="1214415"/>
            </a:xfrm>
            <a:prstGeom prst="rect">
              <a:avLst/>
            </a:prstGeom>
          </p:spPr>
        </p:pic>
        <p:sp>
          <p:nvSpPr>
            <p:cNvPr id="21" name="Rounded Rectangle 20">
              <a:extLst>
                <a:ext uri="{FF2B5EF4-FFF2-40B4-BE49-F238E27FC236}">
                  <a16:creationId xmlns:a16="http://schemas.microsoft.com/office/drawing/2014/main" id="{52D961C9-85C1-39C3-22D5-9F7D32F6E5FF}"/>
                </a:ext>
              </a:extLst>
            </p:cNvPr>
            <p:cNvSpPr/>
            <p:nvPr/>
          </p:nvSpPr>
          <p:spPr>
            <a:xfrm>
              <a:off x="520663" y="428263"/>
              <a:ext cx="1034203" cy="331808"/>
            </a:xfrm>
            <a:prstGeom prst="round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Group 1</a:t>
              </a:r>
            </a:p>
          </p:txBody>
        </p:sp>
        <p:sp>
          <p:nvSpPr>
            <p:cNvPr id="22" name="Rounded Rectangle 21">
              <a:extLst>
                <a:ext uri="{FF2B5EF4-FFF2-40B4-BE49-F238E27FC236}">
                  <a16:creationId xmlns:a16="http://schemas.microsoft.com/office/drawing/2014/main" id="{EC7AC256-D227-A1B8-2DA5-079184D2F4A8}"/>
                </a:ext>
              </a:extLst>
            </p:cNvPr>
            <p:cNvSpPr/>
            <p:nvPr/>
          </p:nvSpPr>
          <p:spPr>
            <a:xfrm>
              <a:off x="520663" y="1039792"/>
              <a:ext cx="1034204" cy="331808"/>
            </a:xfrm>
            <a:prstGeom prst="round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Group 2</a:t>
              </a:r>
            </a:p>
          </p:txBody>
        </p:sp>
        <p:sp>
          <p:nvSpPr>
            <p:cNvPr id="23" name="Rounded Rectangle 22">
              <a:extLst>
                <a:ext uri="{FF2B5EF4-FFF2-40B4-BE49-F238E27FC236}">
                  <a16:creationId xmlns:a16="http://schemas.microsoft.com/office/drawing/2014/main" id="{CEE1EBBE-3242-99B5-9F24-E2A254EC6136}"/>
                </a:ext>
              </a:extLst>
            </p:cNvPr>
            <p:cNvSpPr/>
            <p:nvPr/>
          </p:nvSpPr>
          <p:spPr>
            <a:xfrm>
              <a:off x="520663" y="1651321"/>
              <a:ext cx="1034204" cy="331808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Comparisons</a:t>
              </a:r>
            </a:p>
          </p:txBody>
        </p:sp>
        <p:sp>
          <p:nvSpPr>
            <p:cNvPr id="2" name="Down Arrow 1">
              <a:extLst>
                <a:ext uri="{FF2B5EF4-FFF2-40B4-BE49-F238E27FC236}">
                  <a16:creationId xmlns:a16="http://schemas.microsoft.com/office/drawing/2014/main" id="{E54DE326-BF52-6795-A60D-BC93DD9D5E6D}"/>
                </a:ext>
              </a:extLst>
            </p:cNvPr>
            <p:cNvSpPr/>
            <p:nvPr/>
          </p:nvSpPr>
          <p:spPr>
            <a:xfrm>
              <a:off x="1037619" y="816746"/>
              <a:ext cx="77653" cy="146481"/>
            </a:xfrm>
            <a:prstGeom prst="down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" name="Down Arrow 2">
              <a:extLst>
                <a:ext uri="{FF2B5EF4-FFF2-40B4-BE49-F238E27FC236}">
                  <a16:creationId xmlns:a16="http://schemas.microsoft.com/office/drawing/2014/main" id="{C7634D96-2CD4-4520-D5CF-3EAEB56E5E7E}"/>
                </a:ext>
              </a:extLst>
            </p:cNvPr>
            <p:cNvSpPr/>
            <p:nvPr/>
          </p:nvSpPr>
          <p:spPr>
            <a:xfrm>
              <a:off x="1037619" y="1438220"/>
              <a:ext cx="77653" cy="146481"/>
            </a:xfrm>
            <a:prstGeom prst="down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0898824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489</TotalTime>
  <Words>6</Words>
  <Application>Microsoft Macintosh PowerPoint</Application>
  <PresentationFormat>Custom</PresentationFormat>
  <Paragraphs>4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一文 楊</dc:creator>
  <cp:lastModifiedBy>一文 楊</cp:lastModifiedBy>
  <cp:revision>5</cp:revision>
  <dcterms:created xsi:type="dcterms:W3CDTF">2024-11-12T17:23:13Z</dcterms:created>
  <dcterms:modified xsi:type="dcterms:W3CDTF">2024-11-15T19:59:52Z</dcterms:modified>
</cp:coreProperties>
</file>